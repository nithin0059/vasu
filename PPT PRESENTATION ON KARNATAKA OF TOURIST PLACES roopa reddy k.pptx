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sldIdLst>
    <p:sldId id="256" r:id="rId2"/>
    <p:sldId id="257" r:id="rId3"/>
    <p:sldId id="258" r:id="rId4"/>
    <p:sldId id="260" r:id="rId5"/>
    <p:sldId id="259"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9" d="100"/>
          <a:sy n="109" d="100"/>
        </p:scale>
        <p:origin x="-102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4460CF-5E57-4E7C-A94E-D881D1C64270}" type="datetimeFigureOut">
              <a:rPr lang="en-US" smtClean="0"/>
              <a:t>4/24/2025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39E25C-725E-4467-8BCF-2CAA13F23EA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39E25C-725E-4467-8BCF-2CAA13F23EAA}"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B188A47B-B007-451D-AE2D-61654B3D6D6E}" type="datetimeFigureOut">
              <a:rPr lang="en-US" smtClean="0"/>
              <a:t>4/24/2025</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3F31103B-EC67-48EB-81C7-BE5FCD8B298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B188A47B-B007-451D-AE2D-61654B3D6D6E}" type="datetimeFigureOut">
              <a:rPr lang="en-US" smtClean="0"/>
              <a:t>4/24/2025</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3F31103B-EC67-48EB-81C7-BE5FCD8B298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B188A47B-B007-451D-AE2D-61654B3D6D6E}" type="datetimeFigureOut">
              <a:rPr lang="en-US" smtClean="0"/>
              <a:t>4/24/2025</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3F31103B-EC67-48EB-81C7-BE5FCD8B2985}"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B188A47B-B007-451D-AE2D-61654B3D6D6E}" type="datetimeFigureOut">
              <a:rPr lang="en-US" smtClean="0"/>
              <a:t>4/24/2025</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B188A47B-B007-451D-AE2D-61654B3D6D6E}"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3F31103B-EC67-48EB-81C7-BE5FCD8B2985}"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B188A47B-B007-451D-AE2D-61654B3D6D6E}" type="datetimeFigureOut">
              <a:rPr lang="en-US" smtClean="0"/>
              <a:t>4/24/2025</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188A47B-B007-451D-AE2D-61654B3D6D6E}" type="datetimeFigureOut">
              <a:rPr lang="en-US" smtClean="0"/>
              <a:t>4/24/2025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B188A47B-B007-451D-AE2D-61654B3D6D6E}" type="datetimeFigureOut">
              <a:rPr lang="en-US" smtClean="0"/>
              <a:t>4/24/2025</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B188A47B-B007-451D-AE2D-61654B3D6D6E}"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3F31103B-EC67-48EB-81C7-BE5FCD8B2985}"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188A47B-B007-451D-AE2D-61654B3D6D6E}"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188A47B-B007-451D-AE2D-61654B3D6D6E}"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1103B-EC67-48EB-81C7-BE5FCD8B298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B188A47B-B007-451D-AE2D-61654B3D6D6E}" type="datetimeFigureOut">
              <a:rPr lang="en-US" smtClean="0"/>
              <a:t>4/24/2025</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3F31103B-EC67-48EB-81C7-BE5FCD8B2985}"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ripzygo.in/india-tour-packages/kerala-tour-packages"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844" y="2000240"/>
            <a:ext cx="8458200" cy="1928826"/>
          </a:xfrm>
        </p:spPr>
        <p:txBody>
          <a:bodyPr>
            <a:normAutofit/>
          </a:bodyPr>
          <a:lstStyle/>
          <a:p>
            <a:r>
              <a:rPr lang="en-IN" dirty="0" smtClean="0"/>
              <a:t>PPT PRESENTATION ON KARNATAKA TOURIST PLACES</a:t>
            </a:r>
            <a:endParaRPr lang="en-US" dirty="0"/>
          </a:p>
        </p:txBody>
      </p:sp>
      <p:sp>
        <p:nvSpPr>
          <p:cNvPr id="3" name="Subtitle 2"/>
          <p:cNvSpPr>
            <a:spLocks noGrp="1"/>
          </p:cNvSpPr>
          <p:nvPr>
            <p:ph type="subTitle" idx="1"/>
          </p:nvPr>
        </p:nvSpPr>
        <p:spPr/>
        <p:txBody>
          <a:bodyPr/>
          <a:lstStyle/>
          <a:p>
            <a:r>
              <a:rPr lang="en-IN" dirty="0" smtClean="0"/>
              <a:t>NAME: KAMASANI ROOPA CHANDRA REDDY </a:t>
            </a:r>
            <a:endParaRPr lang="en-US" dirty="0" smtClean="0"/>
          </a:p>
          <a:p>
            <a:r>
              <a:rPr lang="en-IN" dirty="0" smtClean="0"/>
              <a:t>SEM:2</a:t>
            </a:r>
            <a:r>
              <a:rPr lang="en-IN" baseline="30000" dirty="0" smtClean="0"/>
              <a:t>ND</a:t>
            </a:r>
            <a:r>
              <a:rPr lang="en-IN" dirty="0" smtClean="0"/>
              <a:t> SEM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928802"/>
          </a:xfrm>
        </p:spPr>
        <p:txBody>
          <a:bodyPr>
            <a:normAutofit/>
          </a:bodyPr>
          <a:lstStyle/>
          <a:p>
            <a:endParaRPr lang="en-US" dirty="0"/>
          </a:p>
        </p:txBody>
      </p:sp>
      <p:pic>
        <p:nvPicPr>
          <p:cNvPr id="4" name="Content Placeholder 3" descr="India-Karnataka-Chitradurga-3.jpg"/>
          <p:cNvPicPr>
            <a:picLocks noGrp="1" noChangeAspect="1"/>
          </p:cNvPicPr>
          <p:nvPr>
            <p:ph idx="1"/>
          </p:nvPr>
        </p:nvPicPr>
        <p:blipFill>
          <a:blip r:embed="rId2"/>
          <a:stretch>
            <a:fillRect/>
          </a:stretch>
        </p:blipFill>
        <p:spPr>
          <a:xfrm>
            <a:off x="357158" y="357166"/>
            <a:ext cx="4286244" cy="2857496"/>
          </a:xfrm>
        </p:spPr>
      </p:pic>
      <p:sp>
        <p:nvSpPr>
          <p:cNvPr id="5" name="Rectangle 4"/>
          <p:cNvSpPr/>
          <p:nvPr/>
        </p:nvSpPr>
        <p:spPr>
          <a:xfrm>
            <a:off x="4572000" y="3357562"/>
            <a:ext cx="4572000" cy="2585323"/>
          </a:xfrm>
          <a:prstGeom prst="rect">
            <a:avLst/>
          </a:prstGeom>
        </p:spPr>
        <p:txBody>
          <a:bodyPr>
            <a:spAutoFit/>
          </a:bodyPr>
          <a:lstStyle/>
          <a:p>
            <a:r>
              <a:rPr lang="en-US" i="1" dirty="0"/>
              <a:t>When planning a visit to Karnataka, most first time </a:t>
            </a:r>
            <a:r>
              <a:rPr lang="en-US" i="1" dirty="0" err="1"/>
              <a:t>travellers</a:t>
            </a:r>
            <a:r>
              <a:rPr lang="en-US" i="1" dirty="0"/>
              <a:t> and tourists visit the south to explore Bangalore, Mysore, </a:t>
            </a:r>
            <a:r>
              <a:rPr lang="en-US" i="1" dirty="0" err="1"/>
              <a:t>Coorg</a:t>
            </a:r>
            <a:r>
              <a:rPr lang="en-US" i="1" dirty="0"/>
              <a:t> and sometimes even the coastal parts of Karnataka. As a result, north Karnataka happens to be one of the most underrated regions to explore in South India! A unique history, great culinary experience, dry climate and fewer visitors – this makes it very interesting to travel in!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HAMPI</a:t>
            </a:r>
            <a:br>
              <a:rPr lang="en-IN" dirty="0" smtClean="0"/>
            </a:br>
            <a:endParaRPr lang="en-US" dirty="0"/>
          </a:p>
        </p:txBody>
      </p:sp>
      <p:sp>
        <p:nvSpPr>
          <p:cNvPr id="3" name="Content Placeholder 2"/>
          <p:cNvSpPr>
            <a:spLocks noGrp="1"/>
          </p:cNvSpPr>
          <p:nvPr>
            <p:ph idx="1"/>
          </p:nvPr>
        </p:nvSpPr>
        <p:spPr>
          <a:xfrm>
            <a:off x="4286248" y="2000241"/>
            <a:ext cx="4514824" cy="2643206"/>
          </a:xfrm>
        </p:spPr>
        <p:txBody>
          <a:bodyPr>
            <a:normAutofit fontScale="47500" lnSpcReduction="20000"/>
          </a:bodyPr>
          <a:lstStyle/>
          <a:p>
            <a:r>
              <a:rPr lang="en-US" dirty="0" smtClean="0"/>
              <a:t>Temple ruins, intricate carvings, a revived bazaar…</a:t>
            </a:r>
            <a:r>
              <a:rPr lang="en-US" dirty="0" err="1" smtClean="0"/>
              <a:t>Hampi’s</a:t>
            </a:r>
            <a:r>
              <a:rPr lang="en-US" dirty="0" smtClean="0"/>
              <a:t> must-visit spots ooze with an old-world charm and speak of a glorious past that will almost transport you back in time. A UNESCO World Heritage Site, </a:t>
            </a:r>
            <a:r>
              <a:rPr lang="en-US" dirty="0" err="1" smtClean="0"/>
              <a:t>Hampi</a:t>
            </a:r>
            <a:r>
              <a:rPr lang="en-US" dirty="0" smtClean="0"/>
              <a:t> was the centre of the </a:t>
            </a:r>
            <a:r>
              <a:rPr lang="en-US" dirty="0" err="1" smtClean="0"/>
              <a:t>Vijayanagara</a:t>
            </a:r>
            <a:r>
              <a:rPr lang="en-US" dirty="0" smtClean="0"/>
              <a:t> Empire in the 4th century. While it has its fair share of adventure activities, what </a:t>
            </a:r>
            <a:r>
              <a:rPr lang="en-US" dirty="0" err="1" smtClean="0"/>
              <a:t>Hampi</a:t>
            </a:r>
            <a:r>
              <a:rPr lang="en-US" dirty="0" smtClean="0"/>
              <a:t> truly calls for is a serious dose of sightseeing. Home to several treasures, this ancient village in Karnataka promises you a charming time, away from all the bustle of the city. We’ve picked out the best places to visit in </a:t>
            </a:r>
            <a:r>
              <a:rPr lang="en-US" dirty="0" err="1" smtClean="0"/>
              <a:t>Hampi</a:t>
            </a:r>
            <a:r>
              <a:rPr lang="en-US" dirty="0" smtClean="0"/>
              <a:t> for your nex</a:t>
            </a:r>
            <a:r>
              <a:rPr lang="en-US" i="1" dirty="0" smtClean="0"/>
              <a:t>t </a:t>
            </a:r>
            <a:r>
              <a:rPr lang="en-US" dirty="0" smtClean="0"/>
              <a:t>trip there. Go on and explore!</a:t>
            </a:r>
            <a:endParaRPr lang="en-US" dirty="0"/>
          </a:p>
        </p:txBody>
      </p:sp>
      <p:pic>
        <p:nvPicPr>
          <p:cNvPr id="4" name="Picture 3" descr="HAMPI.jpg"/>
          <p:cNvPicPr>
            <a:picLocks noChangeAspect="1"/>
          </p:cNvPicPr>
          <p:nvPr/>
        </p:nvPicPr>
        <p:blipFill>
          <a:blip r:embed="rId2"/>
          <a:stretch>
            <a:fillRect/>
          </a:stretch>
        </p:blipFill>
        <p:spPr>
          <a:xfrm>
            <a:off x="214282" y="1643050"/>
            <a:ext cx="4367859" cy="25479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istorical-places-in-karnataka-850x567.jpg"/>
          <p:cNvPicPr>
            <a:picLocks noGrp="1" noChangeAspect="1"/>
          </p:cNvPicPr>
          <p:nvPr>
            <p:ph idx="1"/>
          </p:nvPr>
        </p:nvPicPr>
        <p:blipFill>
          <a:blip r:embed="rId2"/>
          <a:stretch>
            <a:fillRect/>
          </a:stretch>
        </p:blipFill>
        <p:spPr>
          <a:xfrm>
            <a:off x="285720" y="357166"/>
            <a:ext cx="4605042" cy="3071834"/>
          </a:xfrm>
        </p:spPr>
      </p:pic>
      <p:sp>
        <p:nvSpPr>
          <p:cNvPr id="5" name="Rectangle 4"/>
          <p:cNvSpPr/>
          <p:nvPr/>
        </p:nvSpPr>
        <p:spPr>
          <a:xfrm>
            <a:off x="4857752" y="214291"/>
            <a:ext cx="4286248" cy="3693319"/>
          </a:xfrm>
          <a:prstGeom prst="rect">
            <a:avLst/>
          </a:prstGeom>
        </p:spPr>
        <p:txBody>
          <a:bodyPr wrap="square">
            <a:spAutoFit/>
          </a:bodyPr>
          <a:lstStyle/>
          <a:p>
            <a:r>
              <a:rPr lang="en-US" dirty="0"/>
              <a:t>Karnataka is one of the oldest states in India, that showcases the best of cultural and architectural history. From the historical temples to grand forts, these historical places in Karnataka have much to unleash pertaining to their glorious past. In this blog, we will take you on a tour to the 17 remarkable historical places in Karnataka, each having its own charm and significance, that one should visit during their</a:t>
            </a:r>
            <a:r>
              <a:rPr lang="en-US" b="1" dirty="0">
                <a:hlinkClick r:id="rId3"/>
              </a:rPr>
              <a:t> Karnataka tour</a:t>
            </a:r>
            <a:r>
              <a:rPr lang="en-US" dirty="0"/>
              <a:t>.</a:t>
            </a:r>
          </a:p>
          <a:p>
            <a:r>
              <a:rPr lang="en-US" dirty="0" smtClean="0"/>
              <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0"/>
            <a:ext cx="8229600" cy="571480"/>
          </a:xfrm>
        </p:spPr>
        <p:txBody>
          <a:bodyPr>
            <a:normAutofit fontScale="90000"/>
          </a:bodyPr>
          <a:lstStyle/>
          <a:p>
            <a:r>
              <a:rPr lang="en-US" b="1" dirty="0"/>
              <a:t>North Karnataka</a:t>
            </a:r>
            <a:endParaRPr lang="en-US" dirty="0"/>
          </a:p>
        </p:txBody>
      </p:sp>
      <p:pic>
        <p:nvPicPr>
          <p:cNvPr id="4" name="Content Placeholder 3" descr="images (2).jpeg"/>
          <p:cNvPicPr>
            <a:picLocks noGrp="1" noChangeAspect="1"/>
          </p:cNvPicPr>
          <p:nvPr>
            <p:ph idx="1"/>
          </p:nvPr>
        </p:nvPicPr>
        <p:blipFill>
          <a:blip r:embed="rId3"/>
          <a:stretch>
            <a:fillRect/>
          </a:stretch>
        </p:blipFill>
        <p:spPr>
          <a:xfrm>
            <a:off x="428596" y="571480"/>
            <a:ext cx="2143125" cy="2143125"/>
          </a:xfrm>
        </p:spPr>
      </p:pic>
      <p:sp>
        <p:nvSpPr>
          <p:cNvPr id="7" name="Rectangle 6"/>
          <p:cNvSpPr/>
          <p:nvPr/>
        </p:nvSpPr>
        <p:spPr>
          <a:xfrm>
            <a:off x="3143240" y="1357298"/>
            <a:ext cx="4572000" cy="2862322"/>
          </a:xfrm>
          <a:prstGeom prst="rect">
            <a:avLst/>
          </a:prstGeom>
        </p:spPr>
        <p:txBody>
          <a:bodyPr>
            <a:spAutoFit/>
          </a:bodyPr>
          <a:lstStyle/>
          <a:p>
            <a:r>
              <a:rPr lang="en-US" b="1" dirty="0"/>
              <a:t>North Karnataka </a:t>
            </a:r>
            <a:r>
              <a:rPr lang="en-US" dirty="0"/>
              <a:t>has monuments that date back to the 5th century. Kannada empires that ruled the Deccan had their capitals here. </a:t>
            </a:r>
            <a:r>
              <a:rPr lang="en-US" dirty="0" err="1"/>
              <a:t>Badami</a:t>
            </a:r>
            <a:r>
              <a:rPr lang="en-US" dirty="0"/>
              <a:t> </a:t>
            </a:r>
            <a:r>
              <a:rPr lang="en-US" dirty="0" err="1"/>
              <a:t>Chalukyas</a:t>
            </a:r>
            <a:r>
              <a:rPr lang="en-US" dirty="0"/>
              <a:t> monuments are located at </a:t>
            </a:r>
            <a:r>
              <a:rPr lang="en-US" dirty="0" err="1"/>
              <a:t>Pattadakal</a:t>
            </a:r>
            <a:r>
              <a:rPr lang="en-US" dirty="0"/>
              <a:t>, </a:t>
            </a:r>
            <a:r>
              <a:rPr lang="en-US" dirty="0" err="1"/>
              <a:t>Aihole</a:t>
            </a:r>
            <a:r>
              <a:rPr lang="en-US" dirty="0"/>
              <a:t> and </a:t>
            </a:r>
            <a:r>
              <a:rPr lang="en-US" dirty="0" err="1"/>
              <a:t>Badami</a:t>
            </a:r>
            <a:r>
              <a:rPr lang="en-US" dirty="0"/>
              <a:t>. </a:t>
            </a:r>
            <a:r>
              <a:rPr lang="en-US" dirty="0" err="1"/>
              <a:t>Aihole</a:t>
            </a:r>
            <a:r>
              <a:rPr lang="en-US" dirty="0"/>
              <a:t> has been called the cradle of Indian architecture and has over 125 temples and monuments built between 450 and 1100 BC.  the </a:t>
            </a:r>
            <a:r>
              <a:rPr lang="en-US" dirty="0" err="1"/>
              <a:t>Vijayanagar</a:t>
            </a:r>
            <a:r>
              <a:rPr lang="en-US" dirty="0"/>
              <a:t> empire temples at </a:t>
            </a:r>
            <a:r>
              <a:rPr lang="en-US" dirty="0" err="1"/>
              <a:t>Vijayanagara</a:t>
            </a:r>
            <a:r>
              <a:rPr lang="en-US" dirty="0"/>
              <a:t> are some examples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Content Placeholder 7" descr="1521716661_Mahabaleshwara-Temple1.jpg"/>
          <p:cNvPicPr>
            <a:picLocks noGrp="1" noChangeAspect="1"/>
          </p:cNvPicPr>
          <p:nvPr>
            <p:ph idx="1"/>
          </p:nvPr>
        </p:nvPicPr>
        <p:blipFill>
          <a:blip r:embed="rId2"/>
          <a:stretch>
            <a:fillRect/>
          </a:stretch>
        </p:blipFill>
        <p:spPr>
          <a:xfrm>
            <a:off x="428596" y="428604"/>
            <a:ext cx="3810000" cy="2857500"/>
          </a:xfrm>
        </p:spPr>
      </p:pic>
      <p:sp>
        <p:nvSpPr>
          <p:cNvPr id="9" name="Rectangle 8"/>
          <p:cNvSpPr/>
          <p:nvPr/>
        </p:nvSpPr>
        <p:spPr>
          <a:xfrm>
            <a:off x="4357686" y="571480"/>
            <a:ext cx="4572000" cy="2585323"/>
          </a:xfrm>
          <a:prstGeom prst="rect">
            <a:avLst/>
          </a:prstGeom>
        </p:spPr>
        <p:txBody>
          <a:bodyPr wrap="square">
            <a:spAutoFit/>
          </a:bodyPr>
          <a:lstStyle/>
          <a:p>
            <a:r>
              <a:rPr lang="en-US" dirty="0"/>
              <a:t>A trip to </a:t>
            </a:r>
            <a:r>
              <a:rPr lang="en-US" dirty="0" err="1"/>
              <a:t>Hampi</a:t>
            </a:r>
            <a:r>
              <a:rPr lang="en-US" dirty="0"/>
              <a:t> is a pre-requisite for anyone nurturing an ardent love for Indian history and architectural marvels from another time.</a:t>
            </a:r>
          </a:p>
          <a:p>
            <a:r>
              <a:rPr lang="en-US" dirty="0"/>
              <a:t>This rich historical site, which is touted as the world’s largest open-air museum, is a treasure trove of temples, sculptures and endless ruins, dripping with stories of the many changes it witnessed and endured through the 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23</TotalTime>
  <Words>319</Words>
  <Application>Microsoft Office PowerPoint</Application>
  <PresentationFormat>On-screen Show (4:3)</PresentationFormat>
  <Paragraphs>13</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Trek</vt:lpstr>
      <vt:lpstr>PPT PRESENTATION ON KARNATAKA TOURIST PLACES</vt:lpstr>
      <vt:lpstr>Slide 2</vt:lpstr>
      <vt:lpstr>HAMPI </vt:lpstr>
      <vt:lpstr>Slide 4</vt:lpstr>
      <vt:lpstr>North Karnataka</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4</cp:revision>
  <dcterms:created xsi:type="dcterms:W3CDTF">2025-04-24T05:25:33Z</dcterms:created>
  <dcterms:modified xsi:type="dcterms:W3CDTF">2025-04-24T05:49:32Z</dcterms:modified>
</cp:coreProperties>
</file>